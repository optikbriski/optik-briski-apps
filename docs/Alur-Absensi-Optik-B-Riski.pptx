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Alur Absensi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A227"/>
                </a:solidFill>
                <a:latin typeface="Arial"/>
              </a:rPr>
              <a:t>Optik B. Riski — panduan fitur untuk Admin &amp; Karyawan
(bahasa awam, sesuai sistem yang sudah jalan sekarang)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Web Admin  •  Absensi Toko  •  APK Karyawan  •  Monitor Absensi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1. Dua perangkat yang dipakai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Absensi butuh kerja sama layar Admin toko + HP karyawan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4754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394960" cy="4754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  <a:latin typeface="Arial"/>
              </a:rPr>
              <a:t>Layar Admin (Web / tablet toko)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Menu Absensi (Absensi Toko)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Menampilkan QR Absensi yang terus berganti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Menunggu karyawan scan di HP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Untuk masuk: minta wajah (+ PIN jika ada)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Untuk pulang: tercatat otomatis setelah scan + lokasi OK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Menu Monitor Absensi: tinjau foto masuk (Valid / Mencurigakan)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  <a:latin typeface="Arial"/>
              </a:rPr>
              <a:t>HP Karyawan (APK)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Menu Absensi di aplikasi karyawan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Sekali: daftarkan wajah (di area toko)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Setiap absen: Scan QR Absensi di layar Admin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GPS HP harus di dalam area toko (QR saja tidak cukup)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Setelah masuk: lokasi HP dipantau selama shift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Pulang: scan QR lagi di area toko (tanpa wajah)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2. Menu di Web Admin yang terkait absensi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Ini yang Admin lihat / pakai sehari-hari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Arial"/>
              </a:rPr>
              <a:t>Absensi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536192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Arial"/>
              </a:rPr>
              <a:t>Layar utama toko: tampilkan QR, tangkap absen masuk/pulang karyawan.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124712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Arial"/>
              </a:rPr>
              <a:t>QR Absensi Toko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04872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Arial"/>
              </a:rPr>
              <a:t>Cadangan menampilkan QR toko saja (jika perlu layar QR terpisah).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8211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Arial"/>
              </a:rPr>
              <a:t>Monitor Absensi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273552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Arial"/>
              </a:rPr>
              <a:t>Antrian foto absen masuk — Admin putuskan Valid atau Mencurigakan.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40"/>
            <a:ext cx="1124712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5079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Arial"/>
              </a:rPr>
              <a:t>Geofence Toko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142232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Arial"/>
              </a:rPr>
              <a:t>Gambar area toko di peta. Absensi hanya lolos jika GPS HP di dalam area ini.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1947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Arial"/>
              </a:rPr>
              <a:t>Jadwal Kerja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010912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Arial"/>
              </a:rPr>
              <a:t>Jam masuk / pulang / libur per karyawan. Tanpa jadwal hari itu, absen masuk ditolak.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8815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Arial"/>
              </a:rPr>
              <a:t>Data Karyawan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879592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Arial"/>
              </a:rPr>
              <a:t>Toko karyawan, status Aktif, PIN absensi, foto wajah terdaftar.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3. Dari mana QR Absensi muncul?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Bukan di-print. QR hidup di layar Admin dan berganti sendiri</a:t>
            </a:r>
          </a:p>
        </p:txBody>
      </p:sp>
      <p:sp>
        <p:nvSpPr>
          <p:cNvPr id="6" name="Trapezoid 5"/>
          <p:cNvSpPr/>
          <p:nvPr/>
        </p:nvSpPr>
        <p:spPr>
          <a:xfrm>
            <a:off x="502920" y="1417320"/>
            <a:ext cx="502920" cy="502920"/>
          </a:xfrm>
          <a:prstGeom prst="trapezoid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258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1F3A"/>
                </a:solidFill>
                <a:latin typeface="Arial"/>
              </a:rPr>
              <a:t>Admin buka menu Absensi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7335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Sistem mengenali toko perangkat Admin (cabang / pusat).</a:t>
            </a:r>
          </a:p>
        </p:txBody>
      </p:sp>
      <p:sp>
        <p:nvSpPr>
          <p:cNvPr id="9" name="Trapezoid 8"/>
          <p:cNvSpPr/>
          <p:nvPr/>
        </p:nvSpPr>
        <p:spPr>
          <a:xfrm>
            <a:off x="502920" y="2377440"/>
            <a:ext cx="502920" cy="502920"/>
          </a:xfrm>
          <a:prstGeom prst="trapezoid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860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1F3A"/>
                </a:solidFill>
                <a:latin typeface="Arial"/>
              </a:rPr>
              <a:t>Layar menampilkan QR Absensi Toko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3347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QR terikat ke toko itu. Karyawan toko lain tidak bisa pakai.</a:t>
            </a:r>
          </a:p>
        </p:txBody>
      </p:sp>
      <p:sp>
        <p:nvSpPr>
          <p:cNvPr id="12" name="Trapezoid 11"/>
          <p:cNvSpPr/>
          <p:nvPr/>
        </p:nvSpPr>
        <p:spPr>
          <a:xfrm>
            <a:off x="502920" y="3337560"/>
            <a:ext cx="502920" cy="502920"/>
          </a:xfrm>
          <a:prstGeom prst="trapezoid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2461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1F3A"/>
                </a:solidFill>
                <a:latin typeface="Arial"/>
              </a:rPr>
              <a:t>QR berganti otomatis tiap beberapa detik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593591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Screenshot lama tidak bisa dipakai. Selalu scan layar yang sedang tampil.</a:t>
            </a:r>
          </a:p>
        </p:txBody>
      </p:sp>
      <p:sp>
        <p:nvSpPr>
          <p:cNvPr id="15" name="Trapezoid 14"/>
          <p:cNvSpPr/>
          <p:nvPr/>
        </p:nvSpPr>
        <p:spPr>
          <a:xfrm>
            <a:off x="502920" y="4297679"/>
            <a:ext cx="502920" cy="502920"/>
          </a:xfrm>
          <a:prstGeom prst="trapezoid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206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1F3A"/>
                </a:solidFill>
                <a:latin typeface="Arial"/>
              </a:rPr>
              <a:t>Karyawan scan dari HP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55371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Kalau GPS di dalam area toko → Admin langsung “menangkap” karyawan itu.</a:t>
            </a:r>
          </a:p>
        </p:txBody>
      </p:sp>
      <p:sp>
        <p:nvSpPr>
          <p:cNvPr id="18" name="Trapezoid 17"/>
          <p:cNvSpPr/>
          <p:nvPr/>
        </p:nvSpPr>
        <p:spPr>
          <a:xfrm>
            <a:off x="502920" y="5257799"/>
            <a:ext cx="502920" cy="502920"/>
          </a:xfrm>
          <a:prstGeom prst="trapezoid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16635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1F3A"/>
                </a:solidFill>
                <a:latin typeface="Arial"/>
              </a:rPr>
              <a:t>Setelah absen selesai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513831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Layar Admin kembali ke QR, siap karyawan berikutnya.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4. Syarat sebelum absen masuk berhasil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Semua harus terpenuhi — kalau satu gagal, absen ditolak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457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  <a:latin typeface="Arial"/>
              </a:rPr>
              <a:t>Akun &amp; toko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Status karyawan: Aktif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Toko karyawan sudah terisi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Toko sama dengan QR yang discan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657600" cy="457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  <a:latin typeface="Arial"/>
              </a:rPr>
              <a:t>Jadwal hari 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860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Ada jadwal kerja hari itu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Bukan hari libur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Jam masuk sudah diisi di jadwal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63040"/>
            <a:ext cx="3657600" cy="457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  <a:latin typeface="Arial"/>
              </a:rPr>
              <a:t>Lokasi &amp; identitas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2860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Scan QR di layar Admin toko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GPS HP di dalam area toko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Wajah sudah terdaftar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PIN benar (jika karyawan punya PIN)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Arial"/>
              </a:rPr>
              <a:t>Catatan: komputer Admin tidak pakai GPS. Bukti lokasi selalu dari GPS HP karyawan saat scan.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5. Alur Absen Masuk (langkah demi langkah)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Dari QR di web → sampai shift aktif di HP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577840" cy="5120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325880"/>
            <a:ext cx="5577840" cy="5120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1F3A"/>
                </a:solidFill>
                <a:latin typeface="Arial"/>
              </a:rPr>
              <a:t>Di Admin (Web / tablet)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1. Buka menu Absensi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2. Biarkan QR tampil di layar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3. Tunggu notifikasi: karyawan sudah scan + lokasi OK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4. Kalau wajah belum terdaftar → daftarkan dulu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5. Kalau ada PIN → karyawan isi PIN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6. Ambil foto wajah (kamera Admin)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7. Sistem catat Absen masuk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8. Foto masuk masuk antrian Monitor Absensi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9. Layar kembali ke QR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1F3A"/>
                </a:solidFill>
                <a:latin typeface="Arial"/>
              </a:rPr>
              <a:t>Di HP Karyawan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1. Login (status Aktif)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2. Buka Absensi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3. Pastikan sudah di dalam toko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4. Ketuk Scan QR Absensi (masuk/pulang)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5. Arahkan kamera ke QR di layar Admin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6. Jika lokasi OK → muncul pesan lanjut ke Admin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7. Selesaikan wajah (+ PIN) di perangkat Admin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8. HP mendeteksi masuk tercatat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9. Pantauan lokasi shift dimulai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6. Alur Absen Pulang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Lebih sederhana: tidak perlu wajah di 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1. Karyawan sudah punya shift aktif (sudah absen masuk hari itu).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2. Admin tetap menampilkan QR Absensi di menu Absensi.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3. Karyawan di HP: Scan QR Absensi lagi — harus masih di area toko (GPS).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4. Admin otomatis mencatat Absen pulang (tanpa PIN, tanpa foto wajah).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5. Shift ditutup. Di HP, pantauan lokasi berhenti.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Yang sering ditolak saat pulang: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Belum waktunya pulang (mengikuti jam pulang di Jadwal Kerja)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GPS di luar area toko meski QR berhasil terbaca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Sudah absen pulang hari ini (hanya 1× per tanggal)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7. Daftar wajah — dilakukan sekali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Bisa dari HP karyawan atau dari Absensi 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4754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  <a:latin typeface="Arial"/>
              </a:rPr>
              <a:t>Dari HP Karyawan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Buka Absensi → Daftarkan wajah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Harus berada di area toko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Ikuti petunjuk kamera (liveness)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Setelah sukses: status “Wajah terdaftar”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Bisa daftar ulang jika foto kurang jelas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  <a:latin typeface="Arial"/>
              </a:rPr>
              <a:t>Dari Admin Absensi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Karyawan scan QR dulu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Jika wajah belum ada, Admin diminta daftarkan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PIN diminta jika karyawan punya PIN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Setelah daftar, minta scan QR lagi untuk absen masuk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Foto terdaftar dipakai banding di Monitor Absensi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8. Monitor Absensi (setelah masuk tercatat)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Keputusan Valid / Mencurigakan ada di sini — bukan di layar QR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Setelah Absen masuk berhasil di Absensi Toko: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Foto wajah masuk masuk antrian Monitor Absensi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Admin membuka menu Monitor Absensi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Bandingkan foto masuk dengan foto wajah terdaftar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Pilihan Admin: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Valid / Aman → poin kehadiran diproses sesuai aturan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Mencurigakan / Curang → sanksi poin &amp; peringatan sesuai aturan perusahaan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Poin tidak langsung “final” saat absen — menunggu tinjauan Monitor Absensi.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9. Pantauan lokasi selama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Berjalan di HP karyawan setelah absen masuk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Setelah masuk tercatat, HP memantau apakah karyawan masih di area toko.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Idealnya izin lokasi “Selalu”, notifikasi aktif, dan (Android) optimasi baterai dimatikan untuk app.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Keluar area toko tanpa ijin/cuti disetujui → muncul peringatan.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Ada ijin/cuti disetujui hari itu → pantauan keluar area tidak memicu peringatan.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Sebelum jam standby shift (pagi / siang sesuai aturan), peringatan keluar belum aktif.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Absen pulang → pantauan otomatis berhenti.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Penting: force-stop aplikasi atau cabut izin lokasi bisa menghentikan pantauan.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10. Ringkasan satu layar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Cara ingat alur absensi sehari-hari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  <a:latin typeface="Arial"/>
              </a:rPr>
              <a:t>Siapkan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459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A1A1A"/>
                </a:solidFill>
                <a:latin typeface="Arial"/>
              </a:rPr>
              <a:t>Admin buka Absensi → QR tampil. Karyawan sudah Aktif, punya jadwal, wajah terdaftar.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1124712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  <a:latin typeface="Arial"/>
              </a:rPr>
              <a:t>Masuk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88036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A1A1A"/>
                </a:solidFill>
                <a:latin typeface="Arial"/>
              </a:rPr>
              <a:t>HP scan QR di area toko → Admin wajah (+ PIN) → masuk tercatat → pantauan mulai.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9776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  <a:latin typeface="Arial"/>
              </a:rPr>
              <a:t>Kerja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11480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A1A1A"/>
                </a:solidFill>
                <a:latin typeface="Arial"/>
              </a:rPr>
              <a:t>Lokasi HP dipantau. Monitor Absensi meninjau foto masuk (Valid / Mencurigakan).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74920"/>
            <a:ext cx="1124712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212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  <a:latin typeface="Arial"/>
              </a:rPr>
              <a:t>Pulang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3492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A1A1A"/>
                </a:solidFill>
                <a:latin typeface="Arial"/>
              </a:rPr>
              <a:t>HP scan QR lagi di area toko → Admin catat pulang otomatis → pantauan berhenti.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11. Pertanyaan umum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Arial"/>
              </a:rPr>
              <a:t>Jawaban singkat untuk Admin &amp; Karyawan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A"/>
                </a:solidFill>
                <a:latin typeface="Arial"/>
              </a:rPr>
              <a:t>Kenapa QR selalu berubah?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Arial"/>
              </a:rPr>
              <a:t>Supaya screenshot lama / foto QR kemarin tidak bisa dipakai absen.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A"/>
                </a:solidFill>
                <a:latin typeface="Arial"/>
              </a:rPr>
              <a:t>Kenapa QR terbaca tapi tetap ditolak?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7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Arial"/>
              </a:rPr>
              <a:t>Karena GPS HP di luar area toko. Harus masuk area dulu, lalu scan ulang.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26079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A"/>
                </a:solidFill>
                <a:latin typeface="Arial"/>
              </a:rPr>
              <a:t>Kenapa Mac/PC Admin tidak cek GPS?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18687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Arial"/>
              </a:rPr>
              <a:t>Komputer biasanya tidak punya GPS. Bukti lokasi diambil dari HP karyawan.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49039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A"/>
                </a:solidFill>
                <a:latin typeface="Arial"/>
              </a:rPr>
              <a:t>Di mana keputusan Valid / Curang?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4164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Arial"/>
              </a:rPr>
              <a:t>Di menu Monitor Absensi — bukan di layar QR Absensi.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720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A"/>
                </a:solidFill>
                <a:latin typeface="Arial"/>
              </a:rPr>
              <a:t>Pulang perlu wajah?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646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Arial"/>
              </a:rPr>
              <a:t>Tidak. Cukup scan QR + GPS di area toko (dan sudah waktunya pulang).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9496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A"/>
                </a:solidFill>
                <a:latin typeface="Arial"/>
              </a:rPr>
              <a:t>Siapa yang menampilkan QR?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8756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Arial"/>
              </a:rPr>
              <a:t>Layar Admin di toko (menu Absensi). Karyawan hanya scan dari HP.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